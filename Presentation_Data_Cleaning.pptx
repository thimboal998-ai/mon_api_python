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Cleaning Dashboard v3.0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Guide d'utilisation et Présentation</a:t>
            </a:r>
          </a:p>
          <a:p>
            <a:r>
              <a:t>Simplifiez le nettoyage de vos données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Qu'est-ce que le Data Cleaning Dashboard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Une application intuitive pour préparer vos données :</a:t>
            </a:r>
          </a:p>
          <a:p>
            <a:pPr lvl="1"/>
            <a:r>
              <a:t>Importez facilement vos fichiers (CSV, Excel, JSON, XML)</a:t>
            </a:r>
          </a:p>
          <a:p>
            <a:pPr lvl="1"/>
            <a:r>
              <a:t>Nettoyez automatiquement les données problématiques</a:t>
            </a:r>
          </a:p>
          <a:p>
            <a:pPr lvl="1"/>
            <a:r>
              <a:t>Visualisez la qualité de vos données avec des graphiques</a:t>
            </a:r>
          </a:p>
          <a:p>
            <a:pPr lvl="1"/>
            <a:r>
              <a:t>Exportez des rapports PDF clairs et le fichier propre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L'application gère de manière autonome :</a:t>
            </a:r>
          </a:p>
          <a:p>
            <a:pPr lvl="1"/>
            <a:r>
              <a:t>Valeurs Manquantes : Choisissez la stratégie (moyenne, médiane, mode) ou laissez faire l'outil en automatique.</a:t>
            </a:r>
          </a:p>
          <a:p>
            <a:pPr lvl="1"/>
            <a:r>
              <a:t>Valeurs Aberrantes (Outliers) : Détection et ajustement via la méthode IQR.</a:t>
            </a:r>
          </a:p>
          <a:p>
            <a:pPr lvl="1"/>
            <a:r>
              <a:t>Doublons : Suppression instantanée des lignes identiques.</a:t>
            </a:r>
          </a:p>
          <a:p>
            <a:pPr lvl="1"/>
            <a:r>
              <a:t>Nettoyage des colonnes : Suppression des colonnes index inutiles comme 'Unnamed: 0'.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Processus (Partie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Étape 1 : Connexion Simples</a:t>
            </a:r>
          </a:p>
          <a:p>
            <a:pPr lvl="1"/>
            <a:r>
              <a:t>Connectez-vous de manière sécurisée avec un compte Google (OAuth 2.0).</a:t>
            </a:r>
          </a:p>
          <a:p>
            <a:pPr/>
            <a:r>
              <a:t>Étape 2 : Chargement des données</a:t>
            </a:r>
          </a:p>
          <a:p>
            <a:pPr lvl="1"/>
            <a:r>
              <a:t>Glissez-déposez le fichier source.</a:t>
            </a:r>
          </a:p>
          <a:p>
            <a:pPr lvl="1"/>
            <a:r>
              <a:t>Un diagnostic initial s'affiche: décompte des lignes, colonnes et aperçu des problèmes existants.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Processus (Partie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Étape 3 : Nettoyage Sur Mesure</a:t>
            </a:r>
          </a:p>
          <a:p>
            <a:pPr lvl="1"/>
            <a:r>
              <a:t>Lancez le processus et observez la transformation.</a:t>
            </a:r>
          </a:p>
          <a:p>
            <a:pPr/>
            <a:r>
              <a:t>Étape 4 : Validation &amp; Export</a:t>
            </a:r>
          </a:p>
          <a:p>
            <a:pPr lvl="1"/>
            <a:r>
              <a:t>Vérifiez que le Score de Qualité est proche de 100%.</a:t>
            </a:r>
          </a:p>
          <a:p>
            <a:pPr lvl="1"/>
            <a:r>
              <a:t>Analysez les graphiques : distribution, matrice de corrélation, valeurs manquantes.</a:t>
            </a:r>
          </a:p>
          <a:p>
            <a:pPr lvl="1"/>
            <a:r>
              <a:t>Téléchargez le jeu de données propre ou créez un fichier PDF résumé.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Historique et Traçabilité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Gardez une trace de vos travaux :</a:t>
            </a:r>
          </a:p>
          <a:p>
            <a:pPr lvl="1"/>
            <a:r>
              <a:t>L'application sauvegarde tout l'historique de vos opérations de nettoyage.</a:t>
            </a:r>
          </a:p>
          <a:p>
            <a:pPr lvl="1"/>
            <a:r>
              <a:t>Consultez la liste des fichiers précédemment traités.</a:t>
            </a:r>
          </a:p>
          <a:p>
            <a:pPr lvl="1"/>
            <a:r>
              <a:t>Vous pouvez retélécharger des rapports anciens directement depuis votre compte.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Prêt à nettoyer vos données 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Passez moins de temps sur la préparation, et plus sur l'analyse de valeur.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